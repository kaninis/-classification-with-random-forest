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Fraud </a:t>
            </a:r>
            <a:r>
              <a:rPr lang="en-US" dirty="0"/>
              <a:t>Check </a:t>
            </a:r>
            <a:r>
              <a:rPr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Project: Fraud Risk Analysis &amp; Prediction</a:t>
            </a:r>
          </a:p>
          <a:p>
            <a:r>
              <a:rPr dirty="0"/>
              <a:t>Dataset: Customer demographic and financial data</a:t>
            </a:r>
          </a:p>
          <a:p>
            <a:r>
              <a:rPr dirty="0"/>
              <a:t>Technique Used: EDA + Random Forest Classification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–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Understand data distribution and patterns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• Identify key factors influencing fraud risk</a:t>
            </a:r>
          </a:p>
          <a:p>
            <a:pPr marL="0" indent="0">
              <a:buNone/>
            </a:pPr>
            <a:r>
              <a:rPr lang="en-IN" dirty="0"/>
              <a:t>•</a:t>
            </a:r>
            <a:r>
              <a:rPr dirty="0"/>
              <a:t> Validate business rule for Risky vs Good classification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–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Univariate and Bivariate analysis</a:t>
            </a:r>
          </a:p>
          <a:p>
            <a:r>
              <a:rPr dirty="0"/>
              <a:t>Visualizations using Seaborn</a:t>
            </a:r>
          </a:p>
          <a:p>
            <a:r>
              <a:rPr dirty="0"/>
              <a:t>Analysis of categorical &amp; numerical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–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•</a:t>
            </a:r>
            <a:r>
              <a:rPr dirty="0"/>
              <a:t> Clear understanding of fraud-prone profiles</a:t>
            </a:r>
          </a:p>
          <a:p>
            <a:pPr marL="0" indent="0">
              <a:buNone/>
            </a:pPr>
            <a:r>
              <a:rPr dirty="0"/>
              <a:t>• Helps businesses design preventive fraud rules</a:t>
            </a:r>
          </a:p>
          <a:p>
            <a:pPr marL="0" indent="0">
              <a:buNone/>
            </a:pPr>
            <a:r>
              <a:rPr dirty="0"/>
              <a:t>• Improves data-driven decision making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–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Build a predictive model to classify Risky vs Good customers</a:t>
            </a:r>
          </a:p>
          <a:p>
            <a:pPr marL="0" indent="0">
              <a:buNone/>
            </a:pPr>
            <a:r>
              <a:rPr dirty="0"/>
              <a:t>• Automate fraud risk identification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–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Random Forest Classifier</a:t>
            </a:r>
          </a:p>
          <a:p>
            <a:pPr marL="0" indent="0">
              <a:buNone/>
            </a:pPr>
            <a:r>
              <a:rPr dirty="0"/>
              <a:t>• Feature encoding &amp; train-test split</a:t>
            </a:r>
          </a:p>
          <a:p>
            <a:pPr marL="0" indent="0">
              <a:buNone/>
            </a:pPr>
            <a:r>
              <a:rPr dirty="0"/>
              <a:t>• Model evaluation using accuracy &amp; confusion matrix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–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Early detection of high-risk customers</a:t>
            </a:r>
          </a:p>
          <a:p>
            <a:pPr marL="0" indent="0">
              <a:buNone/>
            </a:pPr>
            <a:r>
              <a:rPr dirty="0"/>
              <a:t>• Reduced financial loss</a:t>
            </a:r>
          </a:p>
          <a:p>
            <a:pPr marL="0" indent="0">
              <a:buNone/>
            </a:pPr>
            <a:r>
              <a:rPr dirty="0"/>
              <a:t>• Scalable fraud detection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Random Forest performed well for fraud classification</a:t>
            </a:r>
          </a:p>
          <a:p>
            <a:pPr marL="0" indent="0">
              <a:buNone/>
            </a:pPr>
            <a:r>
              <a:rPr dirty="0"/>
              <a:t>• Model can be enhanced using hyperparameter tuning</a:t>
            </a:r>
          </a:p>
          <a:p>
            <a:pPr marL="0" indent="0">
              <a:buNone/>
            </a:pPr>
            <a:r>
              <a:rPr dirty="0"/>
              <a:t>• Suitable for real-world fraud detection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171</Words>
  <Application>Microsoft Office PowerPoint</Application>
  <PresentationFormat>On-screen Show (4:3)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Fraud Check Overview</vt:lpstr>
      <vt:lpstr>EDA – Objective</vt:lpstr>
      <vt:lpstr>EDA – Solution</vt:lpstr>
      <vt:lpstr>EDA – Business Impact</vt:lpstr>
      <vt:lpstr>Modeling – Objective</vt:lpstr>
      <vt:lpstr>Modeling – Solution</vt:lpstr>
      <vt:lpstr>Modeling – Business Impact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NIKHIL JAISWAL</cp:lastModifiedBy>
  <cp:revision>3</cp:revision>
  <dcterms:created xsi:type="dcterms:W3CDTF">2013-01-27T09:14:16Z</dcterms:created>
  <dcterms:modified xsi:type="dcterms:W3CDTF">2026-01-30T10:26:07Z</dcterms:modified>
  <cp:category/>
</cp:coreProperties>
</file>