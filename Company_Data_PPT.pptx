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Segmentation Using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</a:t>
            </a:r>
          </a:p>
          <a:p>
            <a:r>
              <a:rPr dirty="0"/>
              <a:t>Solution Overview</a:t>
            </a:r>
          </a:p>
          <a:p>
            <a:r>
              <a:rPr dirty="0"/>
              <a:t>Business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Identify attributes driving high sales</a:t>
            </a:r>
          </a:p>
          <a:p>
            <a:pPr marL="0" indent="0">
              <a:buNone/>
            </a:pPr>
            <a:r>
              <a:rPr dirty="0"/>
              <a:t>• Segment stores into High and Low sales</a:t>
            </a:r>
          </a:p>
          <a:p>
            <a:pPr marL="0" indent="0">
              <a:buNone/>
            </a:pPr>
            <a:r>
              <a:rPr dirty="0"/>
              <a:t>• Enable data-driven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preprocessing and EDA</a:t>
            </a:r>
          </a:p>
          <a:p>
            <a:pPr marL="0" indent="0">
              <a:buNone/>
            </a:pPr>
            <a:r>
              <a:rPr dirty="0"/>
              <a:t>• Sales converted into categorical variable</a:t>
            </a:r>
          </a:p>
          <a:p>
            <a:pPr marL="0" indent="0">
              <a:buNone/>
            </a:pPr>
            <a:r>
              <a:rPr dirty="0"/>
              <a:t>• Random Forest Classifier used</a:t>
            </a:r>
          </a:p>
          <a:p>
            <a:pPr marL="0" indent="0">
              <a:buNone/>
            </a:pPr>
            <a:r>
              <a:rPr dirty="0"/>
              <a:t>• Model evaluation using accuracy &amp; F1-score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Identified key sales drivers</a:t>
            </a:r>
          </a:p>
          <a:p>
            <a:pPr marL="0" indent="0">
              <a:buNone/>
            </a:pPr>
            <a:r>
              <a:rPr dirty="0"/>
              <a:t>• Improved shelf placement strategy</a:t>
            </a:r>
          </a:p>
          <a:p>
            <a:pPr marL="0" indent="0">
              <a:buNone/>
            </a:pPr>
            <a:r>
              <a:rPr dirty="0"/>
              <a:t>• Optimized pricing &amp; advertising spend</a:t>
            </a:r>
          </a:p>
          <a:p>
            <a:pPr marL="0" indent="0">
              <a:buNone/>
            </a:pPr>
            <a:r>
              <a:rPr dirty="0"/>
              <a:t>• Better targeting of high-potential regions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</Words>
  <Application>Microsoft Office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Sales Segmentation Using Random Forest</vt:lpstr>
      <vt:lpstr>Objective</vt:lpstr>
      <vt:lpstr>Solution Approach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JAISWAL</cp:lastModifiedBy>
  <cp:revision>2</cp:revision>
  <dcterms:created xsi:type="dcterms:W3CDTF">2013-01-27T09:14:16Z</dcterms:created>
  <dcterms:modified xsi:type="dcterms:W3CDTF">2026-01-30T10:22:38Z</dcterms:modified>
  <cp:category/>
</cp:coreProperties>
</file>